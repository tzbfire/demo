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CODING AGENT BRIEFING · 30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什么是 Coding Agent？</a:t>
            </a:r>
            <a:br/>
            <a:r>
              <a:rPr sz="3200" b="1">
                <a:solidFill>
                  <a:srgbClr val="151515"/>
                </a:solidFill>
                <a:latin typeface="Aptos Display"/>
              </a:rPr>
              <a:t>尤其什么是 Codex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423160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>
                <a:solidFill>
                  <a:srgbClr val="6B645B"/>
                </a:solidFill>
                <a:latin typeface="Aptos"/>
              </a:rPr>
              <a:t>给非技术白领工作者的一场「工作方式更新」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074920"/>
            <a:ext cx="3429000" cy="914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5239512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你说目标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5760720"/>
            <a:ext cx="309981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用业务语言描述结果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5074920"/>
            <a:ext cx="3429000" cy="914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5239512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它动手做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5760720"/>
            <a:ext cx="309981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读文件、改代码、跑检查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83880" y="5074920"/>
            <a:ext cx="3429000" cy="914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5239512"/>
            <a:ext cx="30998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人来验收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5760720"/>
            <a:ext cx="309981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安全、口径、价值由人把关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WHY IT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它不是程序员专属工具，而是「重复工作自动化」的新入口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过去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会问 AI：这份表怎么处理？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9496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现在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088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把目标、文件、规则交给 Agent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4632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9224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9224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白领工作的边界在变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ONE-SENTENCE 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Agent = 会围绕目标反复行动的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6675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F6B54"/>
                </a:solidFill>
                <a:latin typeface="Aptos"/>
              </a:rPr>
              <a:t>目标 + 工具 + 上下文 + 反馈循环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7680960" y="1965960"/>
            <a:ext cx="3474720" cy="914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45552" y="213055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普通聊天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45552" y="2651760"/>
            <a:ext cx="314553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一次回答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80960" y="3108960"/>
            <a:ext cx="3474720" cy="914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45552" y="327355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45552" y="3794760"/>
            <a:ext cx="314553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计划 → 行动 → 观察 → 修正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0" y="4251960"/>
            <a:ext cx="3474720" cy="914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45552" y="4416552"/>
            <a:ext cx="3145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Coding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45552" y="4937760"/>
            <a:ext cx="314553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把这个循环用在代码、文件、测试和交付上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THE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一个 Coding Agent 的基本闭环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743200"/>
            <a:ext cx="1417320" cy="10515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907792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3429000"/>
            <a:ext cx="108813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理解目标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2743200"/>
            <a:ext cx="1417320" cy="10515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79192" y="2907792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79192" y="3429000"/>
            <a:ext cx="108813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读取资料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2743200"/>
            <a:ext cx="1417320" cy="10515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07992" y="2907792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07992" y="3429000"/>
            <a:ext cx="108813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制定计划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2743200"/>
            <a:ext cx="1417320" cy="10515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907792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3429000"/>
            <a:ext cx="108813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动手修改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01000" y="2743200"/>
            <a:ext cx="1417320" cy="10515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65592" y="2907792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65592" y="3429000"/>
            <a:ext cx="108813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运行检查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29800" y="2743200"/>
            <a:ext cx="1417320" cy="10515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94392" y="2907792"/>
            <a:ext cx="10881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94392" y="3429000"/>
            <a:ext cx="1088136" cy="210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交付给人审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03920" y="4709160"/>
            <a:ext cx="2743200" cy="914400"/>
          </a:xfrm>
          <a:prstGeom prst="rect">
            <a:avLst/>
          </a:prstGeom>
          <a:solidFill>
            <a:srgbClr val="111513"/>
          </a:solidFill>
          <a:ln>
            <a:solidFill>
              <a:srgbClr val="111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68512" y="4873752"/>
            <a:ext cx="2414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9CD6BD"/>
                </a:solidFill>
                <a:latin typeface="Aptos"/>
              </a:rPr>
              <a:t>人类审批门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68512" y="5394960"/>
            <a:ext cx="2414016" cy="73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EE2D2"/>
                </a:solidFill>
                <a:latin typeface="Aptos"/>
              </a:rPr>
              <a:t>目标、权限、上线、业务口径不能外包给模型。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WHAT IT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Coding Agent 具体在做什么？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560320"/>
            <a:ext cx="2048256" cy="201168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72491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46120"/>
            <a:ext cx="17190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读代码库、文档、错误日志、表格样例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560320"/>
            <a:ext cx="2048256" cy="201168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72491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246120"/>
            <a:ext cx="17190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跨多个文件写代码、改配置、生成页面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2" y="2560320"/>
            <a:ext cx="2048256" cy="201168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272491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3246120"/>
            <a:ext cx="17190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运行命令、测试、检查错误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3" y="2560320"/>
            <a:ext cx="2048256" cy="201168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5" y="272491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5" y="3246120"/>
            <a:ext cx="17190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根据失败信息继续迭代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37776" y="2560320"/>
            <a:ext cx="2048256" cy="201168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2367" y="2724912"/>
            <a:ext cx="171907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7" y="3246120"/>
            <a:ext cx="1719072" cy="1170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说明改了什么，必要时发起 Pull Request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CODEX · OFFICIAL FACTS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Codex 是 OpenAI 的 coding agent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2240280"/>
            <a:ext cx="3657600" cy="2560320"/>
          </a:xfrm>
          <a:prstGeom prst="rect">
            <a:avLst/>
          </a:prstGeom>
          <a:solidFill>
            <a:srgbClr val="111513"/>
          </a:solidFill>
          <a:ln>
            <a:solidFill>
              <a:srgbClr val="111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2404872"/>
            <a:ext cx="33284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9CD6BD"/>
                </a:solidFill>
                <a:latin typeface="Aptos"/>
              </a:rPr>
              <a:t>OpenAI Codex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926080"/>
            <a:ext cx="3328416" cy="1719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EE2D2"/>
                </a:solidFill>
                <a:latin typeface="Aptos"/>
              </a:rPr>
              <a:t>用于软件开发任务的 coding agent：理解、修改、检查、交付。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2057400"/>
            <a:ext cx="6492240" cy="8229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28031" y="2221992"/>
            <a:ext cx="616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28031" y="2743200"/>
            <a:ext cx="6163055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OpenAI 官方文档称：Codex 是用于软件开发的 coding agent。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3108960"/>
            <a:ext cx="6492240" cy="8229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1" y="3273552"/>
            <a:ext cx="616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能力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28031" y="3794760"/>
            <a:ext cx="6163055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写代码、理解陌生代码库、审查代码；可围绕任务执行多步工作。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4160520"/>
            <a:ext cx="6492240" cy="82296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28031" y="4325112"/>
            <a:ext cx="616305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形态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28031" y="4846320"/>
            <a:ext cx="6163055" cy="-18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ChatGPT 中使用、命令行/本地开发、GitHub/code review 等集成场景。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ADVISOR VS DOER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ChatGPT 更像顾问，Codex 更像执行者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331720"/>
            <a:ext cx="5029200" cy="233172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496312"/>
            <a:ext cx="4700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ChatGPT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017520"/>
            <a:ext cx="470001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解释概念、写文案、出方案、回答问题</a:t>
            </a:r>
            <a:br/>
            <a:r>
              <a:rPr sz="1500" b="0">
                <a:solidFill>
                  <a:srgbClr val="36312B"/>
                </a:solidFill>
                <a:latin typeface="Aptos"/>
              </a:rPr>
              <a:t>适合：想法澄清、知识问答、草稿生成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331720"/>
            <a:ext cx="5029200" cy="2331720"/>
          </a:xfrm>
          <a:prstGeom prst="rect">
            <a:avLst/>
          </a:prstGeom>
          <a:solidFill>
            <a:srgbClr val="111513"/>
          </a:solidFill>
          <a:ln>
            <a:solidFill>
              <a:srgbClr val="111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2496312"/>
            <a:ext cx="47000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9CD6BD"/>
                </a:solidFill>
                <a:latin typeface="Aptos"/>
              </a:rPr>
              <a:t>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3017520"/>
            <a:ext cx="4700016" cy="1490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EE2D2"/>
                </a:solidFill>
                <a:latin typeface="Aptos"/>
              </a:rPr>
              <a:t>读取项目、修改文件、运行测试、提交结果</a:t>
            </a:r>
            <a:br/>
            <a:r>
              <a:rPr sz="1500" b="0">
                <a:solidFill>
                  <a:srgbClr val="EEE2D2"/>
                </a:solidFill>
                <a:latin typeface="Aptos"/>
              </a:rPr>
              <a:t>适合：把一个明确任务做成可运行成果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NON-TECH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非技术白领可以从哪些场景开始？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553968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周报自动化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322478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Excel → 图表 → 摘要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9496" y="2148840"/>
            <a:ext cx="3553968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资料整理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088" y="2834640"/>
            <a:ext cx="322478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多份文档 → 结构化清单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4632" y="2148840"/>
            <a:ext cx="3553968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9224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小型网页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9224" y="2834640"/>
            <a:ext cx="322478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活动报名页 / FAQ 页面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520440"/>
            <a:ext cx="3553968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36850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数据清洗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4206240"/>
            <a:ext cx="322478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客户名单去重、格式统一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9496" y="3520440"/>
            <a:ext cx="3553968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14088" y="36850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流程说明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4088" y="4206240"/>
            <a:ext cx="322478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把 SOP 做成可点击演示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04632" y="3520440"/>
            <a:ext cx="3553968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69224" y="36850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部门工具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69224" y="4206240"/>
            <a:ext cx="3224784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预算计算器、排班表、检查清单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THE NEW LITERACY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你不一定要会写代码，但要会写「可验收的任务」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743200"/>
            <a:ext cx="1828800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90779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29000"/>
            <a:ext cx="1499616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背景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2880360" y="2743200"/>
            <a:ext cx="1828800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44952" y="290779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44952" y="3429000"/>
            <a:ext cx="1499616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输入材料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2743200"/>
            <a:ext cx="1828800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93792" y="290779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93792" y="3429000"/>
            <a:ext cx="1499616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目标输出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2743200"/>
            <a:ext cx="1828800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42632" y="290779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42632" y="3429000"/>
            <a:ext cx="1499616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约束条件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0" y="2743200"/>
            <a:ext cx="1828800" cy="11430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91472" y="2907792"/>
            <a:ext cx="149961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91472" y="3429000"/>
            <a:ext cx="1499616" cy="3017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验收标准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89204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>
                <a:solidFill>
                  <a:srgbClr val="6B645B"/>
                </a:solidFill>
                <a:latin typeface="Aptos"/>
              </a:rPr>
              <a:t>写清楚这五件事，比会不会写代码更决定结果质量。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COPY THIS TEMPLATE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给 Coding Agent 的任务模板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011680"/>
            <a:ext cx="10332720" cy="3749039"/>
          </a:xfrm>
          <a:prstGeom prst="rect">
            <a:avLst/>
          </a:prstGeom>
          <a:solidFill>
            <a:srgbClr val="111513"/>
          </a:solidFill>
          <a:ln>
            <a:solidFill>
              <a:srgbClr val="111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78992" y="2176272"/>
            <a:ext cx="1000353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9CD6BD"/>
                </a:solidFill>
                <a:latin typeface="Aptos"/>
              </a:rPr>
              <a:t>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697480"/>
            <a:ext cx="10003536" cy="29077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EE2D2"/>
                </a:solidFill>
                <a:latin typeface="Aptos"/>
              </a:rPr>
              <a:t>背景：我们每周需要……</a:t>
            </a:r>
            <a:br/>
            <a:r>
              <a:rPr sz="1500" b="0">
                <a:solidFill>
                  <a:srgbClr val="EEE2D2"/>
                </a:solidFill>
                <a:latin typeface="Aptos"/>
              </a:rPr>
              <a:t>材料：我会提供 A 文件、B 规则、C 示例。</a:t>
            </a:r>
            <a:br/>
            <a:r>
              <a:rPr sz="1500" b="0">
                <a:solidFill>
                  <a:srgbClr val="EEE2D2"/>
                </a:solidFill>
                <a:latin typeface="Aptos"/>
              </a:rPr>
              <a:t>任务：请生成/修改……</a:t>
            </a:r>
            <a:br/>
            <a:r>
              <a:rPr sz="1500" b="0">
                <a:solidFill>
                  <a:srgbClr val="EEE2D2"/>
                </a:solidFill>
                <a:latin typeface="Aptos"/>
              </a:rPr>
              <a:t>输出：请给我……格式的结果。</a:t>
            </a:r>
            <a:br/>
            <a:r>
              <a:rPr sz="1500" b="0">
                <a:solidFill>
                  <a:srgbClr val="EEE2D2"/>
                </a:solidFill>
                <a:latin typeface="Aptos"/>
              </a:rPr>
              <a:t>约束：不要改动……不要联网……不要处理真实客户隐私。</a:t>
            </a:r>
            <a:br/>
            <a:r>
              <a:rPr sz="1500" b="0">
                <a:solidFill>
                  <a:srgbClr val="EEE2D2"/>
                </a:solidFill>
                <a:latin typeface="Aptos"/>
              </a:rPr>
              <a:t>验收：满足 1/2/3 即算完成；请列出你做过的检查。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A 5-MIN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例子：把「每周销售表」变成自动报告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你给它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上周 Excel、历史模板、老板关注指标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9496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它产出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088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清洗脚本、图表页面、摘要草稿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4632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9224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你验收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9224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数字是否对、口径是否符合业务、是否能下周复用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HUMAN IN THE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人类不是被替代，而是从「执行者」变成「验收者 / 设计者」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2615184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13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业务同事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22860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定义目标、提供样例、判断结果是否有用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2148840"/>
            <a:ext cx="2615184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75304" y="2313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Coding Agent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834640"/>
            <a:ext cx="22860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读资料、写实现、跑检查、解释改动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2148840"/>
            <a:ext cx="2615184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313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技术/IT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834640"/>
            <a:ext cx="22860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把关架构、安全、上线、权限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43416" y="2148840"/>
            <a:ext cx="2615184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08008" y="2313432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管理者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08008" y="2834640"/>
            <a:ext cx="228600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选择试点、制定边界、沉淀模板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SAFETY &amp;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安全不是最后补丁，而是使用方式的一部分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553968" cy="2057400"/>
          </a:xfrm>
          <a:prstGeom prst="rect">
            <a:avLst/>
          </a:prstGeom>
          <a:solidFill>
            <a:srgbClr val="111513"/>
          </a:solidFill>
          <a:ln>
            <a:solidFill>
              <a:srgbClr val="11151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9CD6BD"/>
                </a:solidFill>
                <a:latin typeface="Aptos"/>
              </a:rPr>
              <a:t>不要给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EEE2D2"/>
                </a:solidFill>
                <a:latin typeface="Aptos"/>
              </a:rPr>
              <a:t>密码、密钥、未经脱敏的客户隐私、生产系统权限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9496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要使用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088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测试数据、沙盒环境、版本控制、审批记录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4632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9224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要保留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9224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人工审核、变更说明、回滚方案、日志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START SMALL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企业内试点：从一个低风险重复任务开始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2468880"/>
            <a:ext cx="2039112" cy="192024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1709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54680"/>
            <a:ext cx="1709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找一个每周重复 2 小时以上的任务</a:t>
            </a:r>
          </a:p>
        </p:txBody>
      </p:sp>
      <p:sp>
        <p:nvSpPr>
          <p:cNvPr id="9" name="Rectangle 8"/>
          <p:cNvSpPr/>
          <p:nvPr/>
        </p:nvSpPr>
        <p:spPr>
          <a:xfrm>
            <a:off x="2834640" y="2468880"/>
            <a:ext cx="2039112" cy="192024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2633472"/>
            <a:ext cx="1709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9232" y="3154680"/>
            <a:ext cx="1709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准备 3 份样例输入和 1 份理想输出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02352" y="2468880"/>
            <a:ext cx="2039112" cy="192024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66944" y="2633472"/>
            <a:ext cx="1709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66944" y="3154680"/>
            <a:ext cx="1709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写清楚验收标准和禁区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70063" y="2468880"/>
            <a:ext cx="2039112" cy="192024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34655" y="2633472"/>
            <a:ext cx="1709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34655" y="3154680"/>
            <a:ext cx="1709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让 Agent 做第一版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37776" y="2468880"/>
            <a:ext cx="2039112" cy="192024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02367" y="2633472"/>
            <a:ext cx="1709928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02367" y="3154680"/>
            <a:ext cx="1709928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人工审核后沉淀成模板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0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28600" y="182880"/>
            <a:ext cx="11731752" cy="6492240"/>
          </a:xfrm>
          <a:prstGeom prst="rect">
            <a:avLst/>
          </a:prstGeom>
          <a:noFill/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5603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>
                <a:solidFill>
                  <a:srgbClr val="6B645B"/>
                </a:solidFill>
                <a:latin typeface="Aptos"/>
              </a:rPr>
              <a:t>CODING AGENT · WORK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21040" y="256032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>
                <a:solidFill>
                  <a:srgbClr val="6B645B"/>
                </a:solidFill>
                <a:latin typeface="Aptos"/>
              </a:rPr>
              <a:t>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49808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51515"/>
                </a:solidFill>
                <a:latin typeface="Aptos Display"/>
              </a:rPr>
              <a:t>最后带走三句话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Coding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是能围绕目标动手执行的 AI，不只是回答问题。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9496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4088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Codex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14088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是 OpenAI 面向软件开发任务的 coding agent。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04632" y="2148840"/>
            <a:ext cx="3553968" cy="2057400"/>
          </a:xfrm>
          <a:prstGeom prst="rect">
            <a:avLst/>
          </a:prstGeom>
          <a:solidFill>
            <a:srgbClr val="FAF8F2"/>
          </a:solidFill>
          <a:ln>
            <a:solidFill>
              <a:srgbClr val="D8CE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9224" y="2313432"/>
            <a:ext cx="322478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>
                <a:solidFill>
                  <a:srgbClr val="1F6B54"/>
                </a:solidFill>
                <a:latin typeface="Aptos"/>
              </a:rPr>
              <a:t>对白领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9224" y="2834640"/>
            <a:ext cx="3224784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36312B"/>
                </a:solidFill>
                <a:latin typeface="Aptos"/>
              </a:rPr>
              <a:t>重点不是学编程，而是学会定义任务、提供材料、验收结果。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6327648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700" b="0">
                <a:solidFill>
                  <a:srgbClr val="6B645B"/>
                </a:solidFill>
                <a:latin typeface="Aptos"/>
              </a:rPr>
              <a:t>Sources: OpenAI Developers Codex docs · Agent approvals &amp; security · OpenAI Introducing Codex · TechCrunch 2025-05-16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